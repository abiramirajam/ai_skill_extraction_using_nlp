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rimo"/>
      <p:regular r:id="rId21"/>
      <p:bold r:id="rId22"/>
      <p:italic r:id="rId23"/>
      <p:boldItalic r:id="rId24"/>
    </p:embeddedFont>
    <p:embeddedFont>
      <p:font typeface="Arimo SemiBold"/>
      <p:regular r:id="rId25"/>
      <p:bold r:id="rId26"/>
      <p:italic r:id="rId27"/>
      <p:boldItalic r:id="rId28"/>
    </p:embeddedFont>
    <p:embeddedFont>
      <p:font typeface="Arimo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SemiBold-bold.fntdata"/><Relationship Id="rId25" Type="http://schemas.openxmlformats.org/officeDocument/2006/relationships/font" Target="fonts/ArimoSemiBold-regular.fntdata"/><Relationship Id="rId28" Type="http://schemas.openxmlformats.org/officeDocument/2006/relationships/font" Target="fonts/ArimoSemiBold-boldItalic.fntdata"/><Relationship Id="rId27" Type="http://schemas.openxmlformats.org/officeDocument/2006/relationships/font" Target="fonts/Arimo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Medium-italic.fntdata"/><Relationship Id="rId30" Type="http://schemas.openxmlformats.org/officeDocument/2006/relationships/font" Target="fonts/Arimo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Arimo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c86d991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c86d991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c86d991f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c86d991f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c86d991f0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c86d991f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c86d991f0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c86d991f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83a187bd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b83a187b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c86d991f0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8c86d991f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c86d991f0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c86d991f0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c86d991f0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8c86d991f0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c86d991f0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8c86d991f0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c86d991f0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8c86d991f0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5f228ab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b5f228ab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c86d991f0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8c86d991f0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8c86d991f0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8c86d991f0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c86d991f0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c86d991f0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8c86d991f0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8c86d991f0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21" name="Google Shape;21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3" name="Google Shape;23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5" name="Google Shape;35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3" name="Google Shape;43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4" name="Google Shape;44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" name="Google Shape;50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2" name="Google Shape;62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3" name="Google Shape;63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0" name="Google Shape;70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3" name="Google Shape;83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4" name="Google Shape;84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9" name="Google Shape;99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6" name="Google Shape;106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2" name="Google Shape;112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8" name="Google Shape;138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9" name="Google Shape;139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5" name="Google Shape;145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1" name="Google Shape;151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2" name="Google Shape;152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9" name="Google Shape;159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9" name="Google Shape;169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8" name="Google Shape;178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9" name="Google Shape;179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5" name="Google Shape;185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6" name="Google Shape;186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3" name="Google Shape;193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4" name="Google Shape;194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01" name="Google Shape;201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4" name="Google Shape;204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7" name="Google Shape;207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" name="Google Shape;217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2" name="Google Shape;222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3" name="Google Shape;223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5" name="Google Shape;225;p21"/>
          <p:cNvCxnSpPr>
            <a:stCxn id="223" idx="1"/>
            <a:endCxn id="22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6" name="Google Shape;236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1" name="Google Shape;241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2" name="Google Shape;242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6" name="Google Shape;246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2" name="Google Shape;252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3" name="Google Shape;25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78" name="Google Shape;27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" name="Google Shape;29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15" name="Google Shape;315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9" name="Google Shape;31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2" name="Google Shape;322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26" name="Google Shape;326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0" name="Google Shape;33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9" name="Google Shape;34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2" name="Google Shape;35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5" name="Google Shape;35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type="title"/>
          </p:nvPr>
        </p:nvSpPr>
        <p:spPr>
          <a:xfrm>
            <a:off x="722275" y="72700"/>
            <a:ext cx="7622700" cy="56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Automating Job Description Analysis for Recruiters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Abirami Rajamanickam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01/09/2026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Automating Job Description Analysis for Recruiters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5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 teams spend hours manually reviewing job descriptions.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required technical and soft skills is time-consuming.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in skill mapping can lead to poor hiring decisions.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review is slow and time consuming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46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Users: HR teams and recruiters.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an AI-powered NLP extraction to analyze job descriptions and extract technical and soft skills for HR teams.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tool automatically categorizes skills, prioritizes key requirements, and provides structured insights to improve hiring accuracy, workforce planning, and skill-gap analysis.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7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Project Scope Continuation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will categories below skill sets: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			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Databases &amp; Data Warehouses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Platforms					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DevOps &amp; CI/CD Tools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ETL &amp; Data Migration Tools			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&amp; AI Frameworks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 &amp; Reporting Tools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SAP Functional &amp; Technical Skills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Skills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Why Rule based NLP and System Architecture?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NLP?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precision, interpretable, no training data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Quicker and provides quicker insights based on the Job description.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Architecture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→ NLP → Matcher → Output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Solution Overview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9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analyzes job descriptions from PDFs, DOCX, or text.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and categorizes: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Qualifications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skills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skills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Prioritizes key skills to help recruiters focus on relevant requirements.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50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or paste job descriptions.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automatically identifies skills and tools.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Categorizes skills into technical, soft, cloud, DevOps, ML/AI, and more.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structured insights for quick decision-making.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51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and reduces manual effort.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accuracy of candidate-job matching.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workforce planning and skill-gap analysis.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solution for multiple job postings.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52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job description (copy-paste or file upload).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engine scans the text and identifies key terms.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terms against a predefined tech stack.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categorized skills and highlights key requirements.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53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AI/NLP engine analyzes text.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Recognizes thousands of technical and soft skills.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results including Minimum Qualifications, Technical Skills, Soft skills and domain specific skillsets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Solving Approach: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Skill Extraction,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for specific job categories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Predefined keywords and phrases for each category (Programming Languages, Databases, Cloud, etc.)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is processed using NLP (Spacy)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PhraseMatcher identifies skills from the job description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update and extend with new skills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and interpretable results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Fast, cost-effective and lightweight approach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maintain for HR-focused skill extraction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with structured and unstructured job descriptions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Demo Snapshot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55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5" name="Google Shape;45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775" y="697100"/>
            <a:ext cx="8284298" cy="4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56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 NER, matching, dashboards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7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Any Queries?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/>
          <p:nvPr>
            <p:ph type="title"/>
          </p:nvPr>
        </p:nvSpPr>
        <p:spPr>
          <a:xfrm>
            <a:off x="164275" y="0"/>
            <a:ext cx="8805900" cy="6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58"/>
          <p:cNvSpPr txBox="1"/>
          <p:nvPr/>
        </p:nvSpPr>
        <p:spPr>
          <a:xfrm>
            <a:off x="850975" y="826725"/>
            <a:ext cx="73653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3657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